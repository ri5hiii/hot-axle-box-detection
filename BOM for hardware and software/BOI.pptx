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D81628-F884-40AB-AD9C-37605E2E510C}">
  <a:tblStyle styleId="{FDD81628-F884-40AB-AD9C-37605E2E510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27065" y="194645"/>
            <a:ext cx="4297800" cy="201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27065" y="194645"/>
            <a:ext cx="63900" cy="2011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945" y="304373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1094577" y="267797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Thermal / Infrared Camera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94577" y="578693"/>
            <a:ext cx="347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FLIR Boson+ 640 · LWIR 8–14 µm · 60 fps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55665" y="853013"/>
            <a:ext cx="3931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Detects heat without light — works night and heavy rain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Axle box overheating shows as bright hotspot immediately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Detects temperature rise before visible colour change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Range: person at 400 m, hot axle at up to 600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27085" y="23526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Estimated Budget (Single Station Pilot)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" name="Google Shape;23;p3"/>
          <p:cNvGraphicFramePr/>
          <p:nvPr/>
        </p:nvGraphicFramePr>
        <p:xfrm>
          <a:off x="427085" y="26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{FDD81628-F884-40AB-AD9C-37605E2E510C}</a:tableStyleId>
              </a:tblPr>
              <a:tblGrid>
                <a:gridCol w="3291850"/>
                <a:gridCol w="731525"/>
                <a:gridCol w="1645925"/>
                <a:gridCol w="17373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Item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Qty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Unit Cost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Total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Thermal Camera (FLIR Boson+)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2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₹95,000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₹1,90,000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Edge AI Unit (Jetson Orin NX)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1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₹1,10,000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₹1,10,000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Mounting, cabling, power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₹65,000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Software + cloud setup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</a:rPr>
                        <a:t>₹45,000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93B"/>
                          </a:solidFill>
                        </a:rPr>
                        <a:t>Total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6D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56DB"/>
                          </a:solidFill>
                        </a:rPr>
                        <a:t>₹410</a:t>
                      </a:r>
                      <a:r>
                        <a:rPr b="1" lang="en-US" sz="1000">
                          <a:solidFill>
                            <a:srgbClr val="1A56DB"/>
                          </a:solidFill>
                        </a:rPr>
                        <a:t>,000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Google Shape;24;p3"/>
          <p:cNvSpPr/>
          <p:nvPr/>
        </p:nvSpPr>
        <p:spPr>
          <a:xfrm>
            <a:off x="427085" y="4291085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Estimated Budget (</a:t>
            </a: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Both Station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" name="Google Shape;25;p3"/>
          <p:cNvGraphicFramePr/>
          <p:nvPr/>
        </p:nvGraphicFramePr>
        <p:xfrm>
          <a:off x="427085" y="462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{FDD81628-F884-40AB-AD9C-37605E2E510C}</a:tableStyleId>
              </a:tblPr>
              <a:tblGrid>
                <a:gridCol w="3291850"/>
                <a:gridCol w="731525"/>
                <a:gridCol w="1645925"/>
                <a:gridCol w="17373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93B"/>
                          </a:solidFill>
                        </a:rPr>
                        <a:t>Total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/>
                        <a:t>2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</a:rPr>
                        <a:t>₹410,000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6D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56DB"/>
                          </a:solidFill>
                        </a:rPr>
                        <a:t>₹</a:t>
                      </a:r>
                      <a:r>
                        <a:rPr b="1" lang="en-US" sz="1000">
                          <a:solidFill>
                            <a:srgbClr val="1A56DB"/>
                          </a:solidFill>
                        </a:rPr>
                        <a:t>820,000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